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  <p:embeddedFont>
      <p:font typeface="Petrona Light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1794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258318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Heart Disease Prediction using Machine Learning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661475" y="3782219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Manoj Gowda B Y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B.E. Computer Science Engineering (AI &amp; ML)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 Bosco Institute of Technology · Internship Report – July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CCEEFF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233360" y="669727"/>
            <a:ext cx="1748488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5" name="Text 2"/>
          <p:cNvSpPr/>
          <p:nvPr/>
        </p:nvSpPr>
        <p:spPr>
          <a:xfrm>
            <a:off x="5346765" y="726380"/>
            <a:ext cx="213126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33360" y="1032470"/>
            <a:ext cx="6296860" cy="1240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Early Prediction Matters</a:t>
            </a:r>
            <a:endParaRPr lang="en-US" sz="3900" dirty="0"/>
          </a:p>
        </p:txBody>
      </p:sp>
      <p:sp>
        <p:nvSpPr>
          <p:cNvPr id="7" name="Shape 4"/>
          <p:cNvSpPr/>
          <p:nvPr/>
        </p:nvSpPr>
        <p:spPr>
          <a:xfrm>
            <a:off x="5233360" y="2556371"/>
            <a:ext cx="3053877" cy="2023864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8717" y="2751733"/>
            <a:ext cx="2663163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Challenge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428717" y="3175198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Cardiovascular disease — leading global cause of death; early detection saves lives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8476244" y="2556371"/>
            <a:ext cx="3053976" cy="2023864"/>
          </a:xfrm>
          <a:prstGeom prst="roundRect">
            <a:avLst>
              <a:gd name="adj" fmla="val 3923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71601" y="2751733"/>
            <a:ext cx="2663262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Solution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671601" y="3175198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 trained on clinical data for accurate, scalable risk prediction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769247"/>
            <a:ext cx="6296860" cy="1419027"/>
          </a:xfrm>
          <a:prstGeom prst="roundRect">
            <a:avLst>
              <a:gd name="adj" fmla="val 5595"/>
            </a:avLst>
          </a:prstGeom>
          <a:solidFill>
            <a:srgbClr val="CCEEFF"/>
          </a:solidFill>
          <a:ln w="6350">
            <a:solidFill>
              <a:srgbClr val="B2D4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28717" y="4964609"/>
            <a:ext cx="5906146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The Outcome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5428717" y="5388074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decision support tool for faster, data-driven recommendations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0957"/>
            <a:ext cx="1889673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87611"/>
            <a:ext cx="22724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9370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Gaps in Traditional Cardiac Diagnosis</a:t>
            </a:r>
            <a:endParaRPr lang="en-US" sz="3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10011"/>
            <a:ext cx="3504219" cy="35043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33201" y="2490589"/>
            <a:ext cx="690326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Current Challenges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633201" y="2989659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Manual, time-consuming diagnostic workflows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Subjective interpretation; high variability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accessibility in underserved regions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218087"/>
            <a:ext cx="690326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Research Motivation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633201" y="4717157"/>
            <a:ext cx="6903269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 prediction using patient clinical data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 diagnostic errors with interpretable ML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scalable, cost-effective screening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41326"/>
            <a:ext cx="1158846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1297980"/>
            <a:ext cx="154162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04070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Goals &amp; Deliverables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250775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03624"/>
            <a:ext cx="3496877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2948880"/>
            <a:ext cx="349687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Preprocessing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1475" y="337234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Clean, encode, and standardize clinical features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347359" y="250775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347359" y="2803624"/>
            <a:ext cx="3496877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1" name="Text 9"/>
          <p:cNvSpPr/>
          <p:nvPr/>
        </p:nvSpPr>
        <p:spPr>
          <a:xfrm>
            <a:off x="4347359" y="2948880"/>
            <a:ext cx="349687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Exploratory Data Analysis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347359" y="337234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patterns and correlations in patient data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033244" y="2507754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3244" y="2803624"/>
            <a:ext cx="3496877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5" name="Text 13"/>
          <p:cNvSpPr/>
          <p:nvPr/>
        </p:nvSpPr>
        <p:spPr>
          <a:xfrm>
            <a:off x="8033244" y="2948880"/>
            <a:ext cx="3496877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 Comparison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033244" y="3372346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6 ML algorithms on multiple metrics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1475" y="43078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61475" y="4603750"/>
            <a:ext cx="5339820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4749006"/>
            <a:ext cx="53398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Hyperparameter Tuning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61475" y="5172472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models via GridSearchCV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90301" y="430788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Petrona Light" pitchFamily="34" charset="0"/>
                <a:ea typeface="Petrona Light" pitchFamily="34" charset="-122"/>
                <a:cs typeface="Petrona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190301" y="4603750"/>
            <a:ext cx="5339820" cy="25400"/>
          </a:xfrm>
          <a:prstGeom prst="rect">
            <a:avLst/>
          </a:prstGeom>
          <a:solidFill>
            <a:srgbClr val="007EBD"/>
          </a:solidFill>
          <a:ln/>
        </p:spPr>
      </p:sp>
      <p:sp>
        <p:nvSpPr>
          <p:cNvPr id="23" name="Text 21"/>
          <p:cNvSpPr/>
          <p:nvPr/>
        </p:nvSpPr>
        <p:spPr>
          <a:xfrm>
            <a:off x="6190301" y="4749006"/>
            <a:ext cx="5339820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Streamlit Deployment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6190301" y="5172472"/>
            <a:ext cx="533982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web app for real-time prediction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3797"/>
            <a:ext cx="762080" cy="243979"/>
          </a:xfrm>
          <a:prstGeom prst="roundRect">
            <a:avLst>
              <a:gd name="adj" fmla="val 22126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581918"/>
            <a:ext cx="1178987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32346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UCI Heart Disease Dataset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7873"/>
            <a:ext cx="4452628" cy="44527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8149" y="2854424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Dataset at a Glance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98149" y="3254474"/>
            <a:ext cx="5238421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1,025 records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302 unique (after deduplication)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 clinical features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4 categories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Binary target: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 = No Heart Disease, 1 = Heart Disease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98149" y="4199632"/>
            <a:ext cx="5238421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Feature Categories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98149" y="4599682"/>
            <a:ext cx="5238421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· Clinical History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Stress Test Results · Angiography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1753"/>
            <a:ext cx="1201112" cy="243979"/>
          </a:xfrm>
          <a:prstGeom prst="roundRect">
            <a:avLst>
              <a:gd name="adj" fmla="val 22126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57814" y="739874"/>
            <a:ext cx="1618019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90302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End-to-End ML Pipeline</a:t>
            </a:r>
            <a:endParaRPr lang="en-US" sz="3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636" y="1722239"/>
            <a:ext cx="9238424" cy="40525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76387" y="4707408"/>
            <a:ext cx="1396269" cy="262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Analysis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276387" y="5041032"/>
            <a:ext cx="1396269" cy="37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712001" y="4707408"/>
            <a:ext cx="1396268" cy="262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Deployment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8712001" y="5041032"/>
            <a:ext cx="1396268" cy="37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 via Streamlit web app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107469" y="2086475"/>
            <a:ext cx="1396269" cy="262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2107469" y="2420099"/>
            <a:ext cx="1396269" cy="555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Collect, clean, and engineer features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525305" y="2086475"/>
            <a:ext cx="1396269" cy="262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Modeling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525305" y="2420099"/>
            <a:ext cx="1396269" cy="37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Train, tune, and evaluate models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1475" y="5928420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8-step pipeline ensures data quality, rigorous model evaluation, and a production-ready deployment for clinical decision support.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30957"/>
            <a:ext cx="2391013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87611"/>
            <a:ext cx="277378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 &amp; EDA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9370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Preparation &amp; Insights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4633201" y="2490589"/>
            <a:ext cx="690326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 Steps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4633201" y="2989659"/>
            <a:ext cx="6903269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 imputation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removal — 1,025 → 302 records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Outlier treatment · Categorical encoding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standardization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633201" y="4586585"/>
            <a:ext cx="6903269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EDA Highlights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4633201" y="5085655"/>
            <a:ext cx="6903269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heatmap for feature relationships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distribution — class balance analysis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B3EB5E-DD97-F5AF-58A3-FDB0FE0F5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04" y="2198612"/>
            <a:ext cx="4236098" cy="39502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0208"/>
            <a:ext cx="1822900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6862"/>
            <a:ext cx="220567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COMPARISON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295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Baseline Model Performance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332776" y="2165648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Best Baseline: Logistic Regression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332776" y="2664718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accuracy and F1-score — selected for hyperparameter tuning and deployment.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332776" y="3482181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CCEE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783" y="3768923"/>
            <a:ext cx="236234" cy="1890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7024" y="3699470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SVM achieved the highest ROC-AUC among all baselines.</a:t>
            </a:r>
            <a:endParaRPr lang="en-US" sz="14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2B98F4-B53F-E55F-B763-3D80910DD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555" y="1825427"/>
            <a:ext cx="5561045" cy="45038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0208"/>
            <a:ext cx="2263818" cy="287139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766862"/>
            <a:ext cx="264659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HYPERPARAMETER TUNING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72952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Optimization &amp; Final Model Selection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332776" y="2165648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Tuning Approach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332776" y="2664718"/>
            <a:ext cx="5203794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GridSearchCV with 5-Fold Stratified CV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Optimized: LR, SVM, KNN, Random Forest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32776" y="3524647"/>
            <a:ext cx="5203794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Logistic Regression?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6332776" y="4023717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Highest accuracy: </a:t>
            </a: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85.25%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precision &amp; F1-score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Interpretable coefficients for clinical use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9D58771-AFD8-6A9A-50FF-A8E7551B2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430" y="1913432"/>
            <a:ext cx="5440570" cy="45800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25773"/>
            <a:ext cx="1397362" cy="186630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662583"/>
            <a:ext cx="185971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&amp; INSIGHTS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844252"/>
            <a:ext cx="10868745" cy="403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Streamlit App &amp; Key Predictors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8946" y="1367135"/>
            <a:ext cx="5493803" cy="25144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55579" y="3175163"/>
            <a:ext cx="1031423" cy="41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55704" y="3175163"/>
            <a:ext cx="1031422" cy="417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Risk Category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62893" y="3279478"/>
            <a:ext cx="1031423" cy="20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ML Pipeline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41824" y="3279478"/>
            <a:ext cx="1031423" cy="208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User Input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1475" y="3971330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Streamlit app with real-time prediction, risk categories, and health recommendations.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61475" y="4303018"/>
            <a:ext cx="528455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Top Predictors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4584303"/>
            <a:ext cx="5284556" cy="732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Chest Pain Type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Thalassemia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Heart Rate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Vessels · ST Depression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252014" y="4303018"/>
            <a:ext cx="5284556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Future Work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252014" y="4584303"/>
            <a:ext cx="5284556" cy="3521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achieved 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85.25%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accuracy</a:t>
            </a:r>
            <a:endParaRPr lang="en-US" sz="950" dirty="0"/>
          </a:p>
          <a:p>
            <a:pPr marL="193040" indent="-193040" algn="l">
              <a:lnSpc>
                <a:spcPct val="11000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Future: SHAP explainability, larger datasets, ensemble models, clinical deployment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1475" y="5464770"/>
            <a:ext cx="10868745" cy="12700"/>
          </a:xfrm>
          <a:prstGeom prst="roundRect">
            <a:avLst>
              <a:gd name="adj" fmla="val 5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5627886"/>
            <a:ext cx="10868745" cy="32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61475" y="6070104"/>
            <a:ext cx="11478330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Manoj Gowda B Y</a:t>
            </a: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Don Bosco Institute of Technology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476</Words>
  <Application>Microsoft Office PowerPoint</Application>
  <PresentationFormat>Widescreen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Petrona Bold</vt:lpstr>
      <vt:lpstr>Inter Bold</vt:lpstr>
      <vt:lpstr>Petrona Light</vt:lpstr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Manoj Gowda B Y</dc:creator>
  <cp:lastModifiedBy>Manoj Gowda B Y</cp:lastModifiedBy>
  <cp:revision>2</cp:revision>
  <dcterms:created xsi:type="dcterms:W3CDTF">2026-07-24T09:59:29Z</dcterms:created>
  <dcterms:modified xsi:type="dcterms:W3CDTF">2026-07-24T10:06:06Z</dcterms:modified>
</cp:coreProperties>
</file>